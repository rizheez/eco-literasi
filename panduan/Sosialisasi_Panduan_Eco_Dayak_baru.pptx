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Arial"/>
              </a:defRPr>
            </a:pPr>
            <a:r>
              <a:t>SOSIALISASI BUKU PANDUAN &amp; MODUL</a:t>
            </a:r>
          </a:p>
          <a:p>
            <a:pPr algn="ctr">
              <a:spcBef>
                <a:spcPts val="1500"/>
              </a:spcBef>
              <a:defRPr b="1" sz="2400">
                <a:solidFill>
                  <a:srgbClr val="DAA520"/>
                </a:solidFill>
                <a:latin typeface="Arial"/>
              </a:defRPr>
            </a:pPr>
            <a:r>
              <a:t>Aplikasi Edukasi Eco-Dayak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1800">
                <a:solidFill>
                  <a:srgbClr val="DCDCDC"/>
                </a:solidFill>
                <a:latin typeface="Arial"/>
              </a:defRPr>
            </a:pPr>
            <a:r>
              <a:t>Materi Pembelajaran &amp; Pendampingan untuk Guru PAUD/TK dan Orang Tua</a:t>
            </a:r>
          </a:p>
          <a:p>
            <a:pPr algn="ctr">
              <a:spcBef>
                <a:spcPts val="2000"/>
              </a:spcBef>
              <a:defRPr sz="1200">
                <a:solidFill>
                  <a:srgbClr val="B4B4B4"/>
                </a:solidFill>
                <a:latin typeface="Arial"/>
              </a:defRPr>
            </a:pPr>
            <a:r>
              <a:t>Eco-Dayak Literacy - Pendampingan Pembelajaran Luring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Pendahuluan &amp;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Mengapa Eco-Dayak Literacy?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Aplikasi edukasi interaktif luring (offline) untuk anak usia 4-6 tahun.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Mengintegrasikan literasi bahasa dan literasi ekologi berbasis kearifan lokal Dayak Kaltim.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Kompetensi Dasar (KD) yang Disasar: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Moral &amp; Sosial-Emosional: Menghargai alam, menumbuhkan rasa empati dan tanggung jawab.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Kognitif: Hubungan sebab-akibat kerusakan/pelestarian lingkungan.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Bahasa: Memperluas kosakata kebudayaan lokal &amp; melatih keberanian berbicara.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Motorik Halus: Koordinasi mata-tangan menyusun huruf, puzzle, dan mewarnai.</a:t>
            </a:r>
          </a:p>
        </p:txBody>
      </p:sp>
      <p:pic>
        <p:nvPicPr>
          <p:cNvPr id="5" name="Picture 4" descr="anak_dayak_co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Metode Pendampingan Aktif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Pentingnya Pendampingan (Active Mediation)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Aplikasi luring memerlukan peran aktif Guru dan Orang Tua agar nilai moral tersampaikan.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Teknik Scaffolding (Dukungan Bertahap):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Dampingi &amp; Amati: Temani anak bermain dan berikan dorongan ketika mereka ragu.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Manfaatkan Fitur Narator: Suara Text-to-Speech otomatis membantu anak menyimak cerita.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3. Refleksi Pasca-Bermain: Ajak anak berdiskusi ringan setelah menyelesaikan game.</a:t>
            </a:r>
          </a:p>
        </p:txBody>
      </p:sp>
      <p:pic>
        <p:nvPicPr>
          <p:cNvPr id="5" name="Picture 4" descr="mascot_eng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Panduan Teknis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Fleksibilitas Penggunaan Offline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Dapat dijalankan penuh tanpa internet di komputer (Tauri Desktop) maupun tablet (Android APK).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Profil Belajar Anak: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Memilih karakter anak laki-laki 'Dayak Cilik' atau perempuan 'Dayak Dara'.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Sistem Bintang (Bintang terkumpul memicu kenaikan Level Belajar anak secara berkala).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Pengaturan Setelan Suara: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Volume musik sape latar dapat dikecilkan agar narasi suara terbaca lebih jelas.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Opsi Reset Data untuk mengulang petualangan dari awal.</a:t>
            </a:r>
          </a:p>
        </p:txBody>
      </p:sp>
      <p:pic>
        <p:nvPicPr>
          <p:cNvPr id="5" name="Picture 4" descr="anak_dayak_cew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Modul 1: Eksplorasi Budaya &amp; Alam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Mengenal Kearifan Lokal &amp; Satwa Kaltim (Audiovisual)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Anak mempelajari 7 topik utama dengan mengetuk peta pengetahuan: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Burung Enggang &amp; Hutan Hujan: Rumah alam yang harus dijaga dari pembalakan liar.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Orangutan Kaltim: Pentingnya menjaga hutan sebagai tempat makanan mereka.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Sungai &amp; Pesut Mahakam: Menghindari pembuangan sampah plastik ke sungai.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Rumah Lamin &amp; Alat Musik Sape: Nilai gotong royong dan rasa syukur atas alam.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Pertanyaan Diskusi Reflektif: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'Mengapa Pesut Mahakam sedih jika air sungai dicemari plastik?'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'Siapa saja satwa Kalimantan yang tinggal di atas pohon tinggi?'</a:t>
            </a:r>
          </a:p>
        </p:txBody>
      </p:sp>
      <p:pic>
        <p:nvPicPr>
          <p:cNvPr id="5" name="Picture 4" descr="hutan_huj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Modul 2: Konstruksi Bahasa &amp; Cerita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Kegiatan Menyimak Dongeng &amp; Pengenalan Kosa Kata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Tiga Dongeng Interaktif dengan Kuis Pemahaman: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Burung Enggang yang Baik Hati (Kerja bakti membersihkan sungai dari plastik).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Sahabat Pesut Mahakam (Pesut yang membantu nelayan tersesat).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3. Pongo Orangutan yang Cerdas (Menyelamatkan hutan dari kebakaran).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Kamus Kosakata &amp; Rekam Pelafalan: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Mengeja dan melatih pengucapan kata khas Dayak (Enggang, Lamin, Sape, Pesut).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Fitur merekam suara anak melatih keberanian berkomunikasi verbal.</a:t>
            </a:r>
          </a:p>
        </p:txBody>
      </p:sp>
      <p:pic>
        <p:nvPicPr>
          <p:cNvPr id="5" name="Picture 4" descr="burung_engg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Modul 3: Internalisasi Nilai 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Simulasi Pilihan Moral (Sebab-Akibat)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Melatih kesadaran kritis anak melalui visualisasi konsekuensi pilihan: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Tindakan A: Tebang Liar vs Jaga Hutan (Banjir bandang vs Hutan subur hijau).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Tindakan B: Buang Sampah Plastik vs Bersihkan Sungai (Air kotor beracun vs Sungai jernih).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Fitur 'Janji Hijau':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Setelah memilih tindakan penyelamatan alam, anak diajak berjanji secara moral.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Memperkuat ikatan emosional anak dengan tanggung jawab kelestarian bumi.</a:t>
            </a:r>
          </a:p>
        </p:txBody>
      </p:sp>
      <p:pic>
        <p:nvPicPr>
          <p:cNvPr id="5" name="Picture 4" descr="hutan_sub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Modul 4: Aksi &amp; Kreasi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Metode Bermain Sambil Belajar Asah Otak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Susun Huruf (Word Builder):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Mengurutkan huruf acak menjadi kata utuh (L-A-M-I-N, S-A-P-E, P-E-S-U-T, dll).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Hubungkan Sebab-Akibat: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Mencocokkan pasangan kartu tindakan dengan konsekuensi lingkungannya.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3. Puzzle Jigsaw Kalimantan: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Menyusun kembali pecahan gambar satwa dan budaya yang teracak.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4. Game Memori Alam: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Menemukan pasangan gambar alam yang sama di bawah kartu tertutup.</a:t>
            </a:r>
          </a:p>
        </p:txBody>
      </p:sp>
      <p:pic>
        <p:nvPicPr>
          <p:cNvPr id="5" name="Picture 4" descr="pesut_mahak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Lembar Aktivitas Anak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Menghubungkan Aplikasi Digital dengan Lembar Kerja Fisik (LKA)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1. Aktivitas Mewarnai: Mewarnai Pongo, Pesut, Dayak Cilik &amp; Dara.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2. Hubungkan Garis: Mencocokkan kartu petunjuk/gambar dengan kata kosakata.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3. Tebak &amp; Tulis Kata: Latihan menulis huruf yang hilang untuk melatih ejaan.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4. Tabel Janji Hijau Mingguan: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Tabel centang/bintang mingguan untuk aksi nyata (buang sampah, matikan kran air, siram tanaman).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Apresiasi dan tanda tangan paraf dari Guru atau Orang Tua di rumah.</a:t>
            </a:r>
          </a:p>
        </p:txBody>
      </p:sp>
      <p:pic>
        <p:nvPicPr>
          <p:cNvPr id="5" name="Picture 4" descr="anak_dayak_co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DAA520"/>
                </a:solidFill>
                <a:latin typeface="Arial"/>
              </a:defRPr>
            </a:pPr>
            <a:r>
              <a:t>Rekomendasi Pembelajaran 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Langkah Praktis Pasca Pembelajaran Digital: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Praktik Nyata di Rumah/Sekolah: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Ajak anak membuang sampah makanan mereka secara langsung di tempat sampah terdekat.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Matikan kran air bersama anak setelah mencuci tangan sebagai kebiasaan hemat air.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Kolaborasi Aktif Guru dan Wali Murid: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LKA yang dikerjakan di sekolah dapat dibawa pulang untuk ditunjukkan kepada orang tua.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defRPr sz="1400">
                <a:solidFill>
                  <a:srgbClr val="3C3C3C"/>
                </a:solidFill>
                <a:latin typeface="Arial"/>
              </a:defRPr>
            </a:pPr>
            <a:r>
              <a:t>Orang tua melanjutkan pengawasan Tabel Janji Hijau harian di rumah.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800" b="1">
                <a:solidFill>
                  <a:srgbClr val="0F4C3A"/>
                </a:solidFill>
                <a:latin typeface="Arial"/>
              </a:defRPr>
            </a:pPr>
            <a:r>
              <a:t>Mari Menjaga Alam Kalimantan Timur &amp; Lestarikan Budaya Nusantara!</a:t>
            </a:r>
          </a:p>
        </p:txBody>
      </p:sp>
      <p:pic>
        <p:nvPicPr>
          <p:cNvPr id="5" name="Picture 4" descr="sungai_bers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