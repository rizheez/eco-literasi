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000">
                <a:solidFill>
                  <a:srgbClr val="FFFFFF"/>
                </a:solidFill>
                <a:latin typeface="Arial"/>
              </a:defRPr>
            </a:pPr>
            <a:r>
              <a:t>PANDUAN PENGGUNAAN APLIKASI</a:t>
            </a:r>
          </a:p>
          <a:p>
            <a:pPr algn="ctr">
              <a:spcBef>
                <a:spcPts val="1500"/>
              </a:spcBef>
              <a:defRPr b="1" sz="2200">
                <a:solidFill>
                  <a:srgbClr val="DAA520"/>
                </a:solidFill>
                <a:latin typeface="Arial"/>
              </a:defRPr>
            </a:pPr>
            <a:r>
              <a:t>Langkah Praktis Pendampingan Belajar Anak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1600">
                <a:solidFill>
                  <a:srgbClr val="DCDCDC"/>
                </a:solidFill>
                <a:latin typeface="Arial"/>
              </a:defRPr>
            </a:pPr>
            <a:r>
              <a:t>Panduan Langkah Demi Langkah bagi Guru PAUD/TK dan Orang Tua</a:t>
            </a:r>
          </a:p>
          <a:p>
            <a:pPr algn="ctr">
              <a:spcBef>
                <a:spcPts val="2000"/>
              </a:spcBef>
              <a:defRPr sz="1200">
                <a:solidFill>
                  <a:srgbClr val="B4B4B4"/>
                </a:solidFill>
                <a:latin typeface="Arial"/>
              </a:defRPr>
            </a:pPr>
            <a:r>
              <a:t>Eco-Dayak Literacy - Belajar Budaya &amp; Lingkungan Kalimantan Timur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DAA520"/>
                </a:solidFill>
                <a:latin typeface="Arial"/>
              </a:defRPr>
            </a:pPr>
            <a:r>
              <a:t>Langkah 1: Cara Membuka &amp; Menjalankan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Membuka Aplikasi Secara Offline (Luring)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Aplikasi ini dapat dijalankan penuh tanpa koneksi internet sehingga aman dari iklan.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Penggunaan di Komputer atau Laptop (Windows):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Cari file aplikasi (.exe) yang sudah terpasang di komputer.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Klik dua kali file tersebut untuk langsung masuk ke halaman pemuatan.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Penggunaan di HP atau Tablet (Android):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Ketuk ikon aplikasi Eco-Dayak di menu utama HP/Tablet.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Ketuk tombol 'Mulai Bermain!' di Loading Screen saat aplikasi sudah siap.</a:t>
            </a:r>
          </a:p>
        </p:txBody>
      </p:sp>
      <p:pic>
        <p:nvPicPr>
          <p:cNvPr id="5" name="Picture 4" descr="anak_dayak_co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DAA520"/>
                </a:solidFill>
                <a:latin typeface="Arial"/>
              </a:defRPr>
            </a:pPr>
            <a:r>
              <a:t>Langkah 2: Membuat Profil Pertama Kali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Setup Profil Belajar Anak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Ketika pertama kali bermain, anak diarahkan untuk membuat akun belajar lokalan.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1. Masukkan Nama Panggilan: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Ketik nama anak di kolom yang disediakan (maksimal 15 karakter).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2. Pilih Karakter Petualang: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Anak dapat memilih karakter maskot anak laki-laki atau anak perempuan Dayak.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3. Mulai Belajar: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Ketuk tombol 'Mulai Belajar!' untuk menyimpan profil dan masuk ke peta petualangan.</a:t>
            </a:r>
          </a:p>
        </p:txBody>
      </p:sp>
      <p:pic>
        <p:nvPicPr>
          <p:cNvPr id="5" name="Picture 4" descr="ss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DAA520"/>
                </a:solidFill>
                <a:latin typeface="Arial"/>
              </a:defRPr>
            </a:pPr>
            <a:r>
              <a:t>Langkah 3: Menavigasi Menu Utama (Home)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Memahami Elemen Layar Menu Utama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Setelah membuat profil, anak akan masuk ke halaman depan aplikasi: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Profil Belajar (Kiri Atas):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Menampilkan foto avatar, nama anak, level saat ini, dan jumlah akumulasi bintang.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Maskot Bantuan 'Enggo' (Tengah):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Ketuk maskot Burung Enggang untuk mendengarkan panduan suara bantuan.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Akses Modul Belajar: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Ketuk salah satu dari 4 menu utama: Eksplorasi, Konstruksi, Internalisasi, atau Aksi.</a:t>
            </a:r>
          </a:p>
        </p:txBody>
      </p:sp>
      <p:pic>
        <p:nvPicPr>
          <p:cNvPr id="5" name="Picture 4" descr="ss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DAA520"/>
                </a:solidFill>
                <a:latin typeface="Arial"/>
              </a:defRPr>
            </a:pPr>
            <a:r>
              <a:t>Fitur 1: Eksplorasi Peta Pengetahuan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Cara Belajar di Peta Eksplorasi: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1. Ketuk ikon objek budaya/satwa pada peta Kalimantan Timur.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2. Dengarkan cerita deskripsi singkat dan pesan ekologis dari narator.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3. Dapatkan bintang setelah mendengarkan cerita hingga selesai.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Peran Penting Guru &amp; Orang Tua: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Setelah anak membaca, tanyakan pertanyaan refleksi pendukung di Buku Panduan.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Diskusikan mengapa hewan Kalimantan bisa punah jika pohon ditebang liar.</a:t>
            </a:r>
          </a:p>
        </p:txBody>
      </p:sp>
      <p:pic>
        <p:nvPicPr>
          <p:cNvPr id="5" name="Picture 4" descr="ss_eksplor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DAA520"/>
                </a:solidFill>
                <a:latin typeface="Arial"/>
              </a:defRPr>
            </a:pPr>
            <a:r>
              <a:t>Fitur 2: Konstruksi Bahasa &amp; Dongeng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Membaca Dongeng &amp; Melatih Pelafalan Kata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1. Menyimak Dongeng Interaktif: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Dengarkan 3 petualangan dongeng hewan Kalimantan (Pongo, Pesut, Enggang Cerdik).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Jawab kuis pemahaman bacaan di akhir cerita untuk melatih fokus anak.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2. Kamus Kosakata &amp; Rekam Suara: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Ketuk kosakata penting (Lamin, Sape, Hutan, Sungai) untuk mendengar pengucapannya.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Tekan tombol mikrofon dan ajak anak menirukan pelafalan kata secara verbal.</a:t>
            </a:r>
          </a:p>
        </p:txBody>
      </p:sp>
      <p:pic>
        <p:nvPicPr>
          <p:cNvPr id="5" name="Picture 4" descr="ss_konstruk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DAA520"/>
                </a:solidFill>
                <a:latin typeface="Arial"/>
              </a:defRPr>
            </a:pPr>
            <a:r>
              <a:t>Fitur 3: Simulasi Sebab-Akibat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Memahami Dampak Tindakan Manusia terhadap Hutan &amp; Sungai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1. Memilih Tindakan: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Anak dihadapkan pada pilihan moral (menjaga hutan vs tebang liar, dll).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2. Melihat Konsekuensi Lingkungan: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Konsekuensi visual langsung ditampilkan (sungai kotor vs sungai bersih gembira).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3. Membuat Janji Hijau: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Ketuk tombol 'Ya, Saya Berjanji!' untuk menanamkan komitmen menyayangi bumi.</a:t>
            </a:r>
          </a:p>
        </p:txBody>
      </p:sp>
      <p:pic>
        <p:nvPicPr>
          <p:cNvPr id="5" name="Picture 4" descr="ss_internalis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DAA520"/>
                </a:solidFill>
                <a:latin typeface="Arial"/>
              </a:defRPr>
            </a:pPr>
            <a:r>
              <a:t>Fitur 4: Aksi &amp; Kreasi Asah Otak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Melatih Kognitif &amp; Motorik Halus Lewat Game Edukasi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1. Game Susun Huruf (Word Builder):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Mengurutkan huruf acak menjadi kosakata yang tepat (S-A-P-E, L-A-M-I-N).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2. Hubungkan Sebab-Akibat: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Mencocokkan kartu tindakan dengan dampak ekologis yang sesuai.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3. Puzzle Jigsaw Kalimantan: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Menyusun pecahan gambar pemandangan Kalimantan hingga menyatu utuh.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4. Game Memori Alam: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Menemukan pasangan gambar alam yang tersembunyi di balik kartu acak.</a:t>
            </a:r>
          </a:p>
        </p:txBody>
      </p:sp>
      <p:pic>
        <p:nvPicPr>
          <p:cNvPr id="5" name="Picture 4" descr="ss_ak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DAA520"/>
                </a:solidFill>
                <a:latin typeface="Arial"/>
              </a:defRPr>
            </a:pPr>
            <a:r>
              <a:t>Melanjutkan Belajar Secara Fisik (LKA)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Menerapkan Nilai Digital ke Dunia Nyata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Cetak berkas 'Lembar Aktivitas Anak' untuk latihan fisik anak di atas kertas: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1. Lembar Mewarnai: Mewarnai karakter Pongo, Pesut, Dayak Dara &amp; Cilik.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2. Hubungkan Garis: Latihan mencocokkan gambar benda dengan nama katanya.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3. Tabel Komitmen Harian (Janji Hijau Offline):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Pasang tabel janji hijau di dinding kamar anak.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Beri tanda centang/bintang setiap kali anak membuang sampah, hemat air, dan merapikan mainan.</a:t>
            </a:r>
          </a:p>
        </p:txBody>
      </p:sp>
      <p:pic>
        <p:nvPicPr>
          <p:cNvPr id="5" name="Picture 4" descr="anak_dayak_co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000">
                <a:solidFill>
                  <a:srgbClr val="DAA520"/>
                </a:solidFill>
                <a:latin typeface="Arial"/>
              </a:defRPr>
            </a:pPr>
            <a:r>
              <a:t>Tips Pendampingan Belajar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1. Sesuaikan Pengaturan Suara: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Gunakan menu pengaturan (ikon roda gigi) untuk mengecilkan musik sape latar agar suara panduan cerita terdengar lebih jelas.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2. Hubungkan dengan Kehidupan Sehari-hari: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Bimbing anak mempraktikkan kebiasaan membuang sampah dan mematikan kran air secara nyata setelah selesai bermain game.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3. Berikan Apresiasi &amp; Pujian: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Apresiasi peningkatan level belajar anak agar mereka termotivasi melestarikan lingkungan.</a:t>
            </a:r>
          </a:p>
        </p:txBody>
      </p:sp>
      <p:pic>
        <p:nvPicPr>
          <p:cNvPr id="5" name="Picture 4" descr="sungai_bers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